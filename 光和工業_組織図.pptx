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有限会社 光和工業　組織図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46920" y="256032"/>
            <a:ext cx="2148840" cy="457200"/>
          </a:xfrm>
          <a:prstGeom prst="roundRect">
            <a:avLst>
              <a:gd name="adj" fmla="val 20000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2026年8月 新体制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023360" y="960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代表取締役　佐藤 広顕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DE6DD"/>
                </a:solidFill>
              </a:rPr>
              <a:t>総括・一般／LIXILリフォーム／サウナ事業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549640" y="960120"/>
            <a:ext cx="3246120" cy="777240"/>
          </a:xfrm>
          <a:prstGeom prst="roundRect">
            <a:avLst>
              <a:gd name="adj" fmla="val 9412"/>
            </a:avLst>
          </a:prstGeom>
          <a:solidFill>
            <a:srgbClr val="3645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専務　佐藤 美慧（みえ）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6E0E2"/>
                </a:solidFill>
              </a:rPr>
              <a:t>内務総括／支払管理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138160" y="1348740"/>
            <a:ext cx="411480" cy="0"/>
          </a:xfrm>
          <a:prstGeom prst="line">
            <a:avLst/>
          </a:prstGeom>
          <a:noFill/>
          <a:ln w="19050">
            <a:solidFill>
              <a:srgbClr val="36454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80760" y="1737360"/>
            <a:ext cx="0" cy="658368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395728"/>
            <a:ext cx="9144000" cy="0"/>
          </a:xfrm>
          <a:prstGeom prst="line">
            <a:avLst/>
          </a:prstGeom>
          <a:noFill/>
          <a:ln w="3175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395728"/>
            <a:ext cx="0" cy="347472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2395728"/>
            <a:ext cx="0" cy="347472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395728"/>
            <a:ext cx="0" cy="347472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2395728"/>
            <a:ext cx="0" cy="347472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2395728"/>
            <a:ext cx="0" cy="347472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7432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積水ハウス不動産部門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2F2F2"/>
                </a:solidFill>
              </a:rPr>
              <a:t>退去・原状回復・リノベ／本業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" y="351129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高山（退去担当）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3895344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泰弘（アフター・リノベ）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4279392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猪股（定巡担当）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4663440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渡邊（退去担当・内務）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5047488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吉田（定巡担当・内務）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" y="543153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油谷（定巡補佐・雑務）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27432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C974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ランドリー事業部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2F2F2"/>
                </a:solidFill>
              </a:rPr>
              <a:t>コインランドリー moco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51129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74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佐々 寛樹（事業部長）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68880" y="3895344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74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赤間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4279392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9742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猪股（補佐・兼務）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46817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C9742E"/>
                </a:solidFill>
              </a:rPr>
              <a:t>新規（7月〜）：朝日製作所より農業用穀物乾燥機の組立を請負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8C3B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サウナ事業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2F2F2"/>
                </a:solidFill>
              </a:rPr>
              <a:t>KÖWA SAUNA／社長直轄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51129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8C3B4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佐藤 広顕（統括）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91363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C3B4A"/>
                </a:solidFill>
              </a:rPr>
              <a:t>リフォーム屋が本気で作る完全貸切プライベートサウナ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040880" y="27432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5B8C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ウェルネス事業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2F2F2"/>
                </a:solidFill>
              </a:rPr>
              <a:t>健康経営コンサル／保険相談・8月〜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51129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5B8C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小林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391363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B8C5A"/>
                </a:solidFill>
              </a:rPr>
              <a:t>BrainSleep代理店。健康経営支援を軸に保険相談まで。福利厚生提案（休憩室・寝具）でサウナ・寝具の営業も兼ねる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326880" y="2743200"/>
            <a:ext cx="2103120" cy="658368"/>
          </a:xfrm>
          <a:prstGeom prst="roundRect">
            <a:avLst>
              <a:gd name="adj" fmla="val 8333"/>
            </a:avLst>
          </a:prstGeom>
          <a:solidFill>
            <a:srgbClr val="B07A3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飲食事業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2F2F2"/>
                </a:solidFill>
              </a:rPr>
              <a:t>パニーニ／杜の丘・2年後本格稼働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26880" y="3511296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07A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細谷（中心）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326880" y="3895344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07A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佐藤 美慧（サポート）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26880" y="4279392"/>
            <a:ext cx="21031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07A3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6454F"/>
                </a:solidFill>
              </a:rPr>
              <a:t>油谷（サポート）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26880" y="4681728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B07A3E"/>
                </a:solidFill>
              </a:rPr>
              <a:t>アニマルフレンドリーカフェ。売上の一部を動物保護団体へ寄付。POPUP→クラファン→2年後に店舗出店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58000" y="3072384"/>
            <a:ext cx="182880" cy="0"/>
          </a:xfrm>
          <a:prstGeom prst="line">
            <a:avLst/>
          </a:prstGeom>
          <a:noFill/>
          <a:ln w="15875">
            <a:solidFill>
              <a:srgbClr val="36454F"/>
            </a:solidFill>
            <a:prstDash val="dash"/>
            <a:headEnd type="triangl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5760" y="6419088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8A"/>
                </a:solidFill>
              </a:rPr>
              <a:t>有限会社 光和工業（宮城県黒川郡大和町・1998年創業）　油谷：積水定巡を軸にサウナ・飲食・穀物乾燥機組立を横断サポート（JA新みやぎ18年・フォークリフト有）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2026-06-25T02:14:28Z</dcterms:created>
  <dcterms:modified xsi:type="dcterms:W3CDTF">2026-06-25T02:14:28Z</dcterms:modified>
</cp:coreProperties>
</file>